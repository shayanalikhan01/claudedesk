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```html</a:t>
            </a:r>
          </a:p>
          <a:p>
            <a:pPr/>
            <a:r>
              <a:t>&lt;!DOCTYPE html&gt;</a:t>
            </a:r>
          </a:p>
          <a:p>
            <a:pPr/>
            <a:r>
              <a:t>&lt;html lang="en"&gt;</a:t>
            </a:r>
          </a:p>
          <a:p>
            <a:pPr/>
            <a:r>
              <a:t>&lt;head&gt;</a:t>
            </a:r>
          </a:p>
          <a:p>
            <a:pPr/>
            <a:r>
              <a:t>&lt;meta charset="UTF-8" /&gt;</a:t>
            </a:r>
          </a:p>
          <a:p>
            <a:pPr/>
            <a:r>
              <a:t>&lt;meta name="viewport" content="width=device-width, initial-scale=1.0"/&gt;</a:t>
            </a:r>
          </a:p>
          <a:p>
            <a:pPr/>
            <a:r>
              <a:t>&lt;title&gt;Artificial Intelligence - Comprehensive Guide&lt;/title&gt;</a:t>
            </a:r>
          </a:p>
          <a:p>
            <a:pPr/>
            <a:r>
              <a:t>&lt;style&gt;</a:t>
            </a:r>
          </a:p>
          <a:p>
            <a:pPr/>
            <a:r>
              <a:t>{</a:t>
            </a:r>
          </a:p>
          <a:p>
            <a:pPr/>
            <a:r>
              <a:t>margin: 0;</a:t>
            </a:r>
          </a:p>
          <a:p>
            <a:pPr/>
            <a:r>
              <a:t>padding: 0;</a:t>
            </a:r>
          </a:p>
          <a:p>
            <a:pPr/>
            <a:r>
              <a:t>box-sizing: border-box;</a:t>
            </a:r>
          </a:p>
          <a:p>
            <a:pPr/>
            <a:r>
              <a:t>}</a:t>
            </a:r>
          </a:p>
          <a:p>
            <a:pPr/>
            <a:r>
              <a:t>body {</a:t>
            </a:r>
          </a:p>
          <a:p>
            <a:pPr/>
            <a:r>
              <a:t>font-family: 'Segoe UI', Tahoma, Geneva, Verdana, sans-serif;</a:t>
            </a:r>
          </a:p>
          <a:p>
            <a:pPr/>
            <a:r>
              <a:t>background: #f0f4f8;</a:t>
            </a:r>
          </a:p>
          <a:p>
            <a:pPr/>
            <a:r>
              <a:t>color: #1a1a2e;</a:t>
            </a:r>
          </a:p>
          <a:p>
            <a:pPr/>
            <a:r>
              <a:t>}</a:t>
            </a:r>
          </a:p>
          <a:p>
            <a:pPr/>
            <a:r>
              <a:t>/* ===== COVER PAGE ===== */</a:t>
            </a:r>
          </a:p>
          <a:p>
            <a:pPr/>
            <a:r>
              <a:t>.cover {</a:t>
            </a:r>
          </a:p>
          <a:p>
            <a:pPr/>
            <a:r>
              <a:t>width: 100%;</a:t>
            </a:r>
          </a:p>
          <a:p>
            <a:pPr/>
            <a:r>
              <a:t>min-height: 100vh;</a:t>
            </a:r>
          </a:p>
          <a:p>
            <a:pPr/>
            <a:r>
              <a:t>background: linear-gradient(135deg, #0a0a2e 0%, #1a1a6e 40%, #0d47a1 70%, #1565c0 100%);</a:t>
            </a:r>
          </a:p>
          <a:p>
            <a:pPr/>
            <a:r>
              <a:t>display: flex;</a:t>
            </a:r>
          </a:p>
          <a:p>
            <a:pPr/>
            <a:r>
              <a:t>flex-direction: column;</a:t>
            </a:r>
          </a:p>
          <a:p>
            <a:pPr/>
            <a:r>
              <a:t>align-items: center;</a:t>
            </a:r>
          </a:p>
          <a:p>
            <a:pPr/>
            <a:r>
              <a:t>justify-content: center;</a:t>
            </a:r>
          </a:p>
          <a:p>
            <a:pPr/>
            <a:r>
              <a:t>text-align: center;</a:t>
            </a:r>
          </a:p>
          <a:p>
            <a:pPr/>
            <a:r>
              <a:t>padding: 60px 40px;</a:t>
            </a:r>
          </a:p>
          <a:p>
            <a:pPr/>
            <a:r>
              <a:t>position: relative;</a:t>
            </a:r>
          </a:p>
          <a:p>
            <a:pPr/>
            <a:r>
              <a:t>overflow: hidden;</a:t>
            </a:r>
          </a:p>
          <a:p>
            <a:pPr/>
            <a:r>
              <a:t>}</a:t>
            </a:r>
          </a:p>
          <a:p>
            <a:pPr/>
            <a:r>
              <a:t>.cover::before {</a:t>
            </a:r>
          </a:p>
          <a:p>
            <a:pPr/>
            <a:r>
              <a:t>content: '';</a:t>
            </a:r>
          </a:p>
          <a:p>
            <a:pPr/>
            <a:r>
              <a:t>position: absolute;</a:t>
            </a:r>
          </a:p>
          <a:p>
            <a:pPr/>
            <a:r>
              <a:t>width: 600px;</a:t>
            </a:r>
          </a:p>
          <a:p>
            <a:pPr/>
            <a:r>
              <a:t>height: 600px;</a:t>
            </a:r>
          </a:p>
          <a:p>
            <a:pPr/>
            <a:r>
              <a:t>border-radius: 50%;</a:t>
            </a:r>
          </a:p>
          <a:p>
            <a:pPr/>
            <a:r>
              <a:t>background: radial-gradient(circle, rgba(0,200,255,0.08) 0%, transparent 70%);</a:t>
            </a:r>
          </a:p>
          <a:p>
            <a:pPr/>
            <a:r>
              <a:t>top: -100px;</a:t>
            </a:r>
          </a:p>
          <a:p>
            <a:pPr/>
            <a:r>
              <a:t>right: -100px;</a:t>
            </a:r>
          </a:p>
          <a:p>
            <a:pPr/>
            <a:r>
              <a:t>}</a:t>
            </a:r>
          </a:p>
          <a:p>
            <a:pPr/>
            <a:r>
              <a:t>.cover::after {</a:t>
            </a:r>
          </a:p>
          <a:p>
            <a:pPr/>
            <a:r>
              <a:t>content: '';</a:t>
            </a:r>
          </a:p>
          <a:p>
            <a:pPr/>
            <a:r>
              <a:t>position: absolute;</a:t>
            </a:r>
          </a:p>
          <a:p>
            <a:pPr/>
            <a:r>
              <a:t>width: 400px;</a:t>
            </a:r>
          </a:p>
          <a:p>
            <a:pPr/>
            <a:r>
              <a:t>height: 400px;</a:t>
            </a:r>
          </a:p>
          <a:p>
            <a:pPr/>
            <a:r>
              <a:t>border-radius: 50%;</a:t>
            </a:r>
          </a:p>
          <a:p>
            <a:pPr/>
            <a:r>
              <a:t>background: radial-gradient(circle, rgba(100,0,255,0.1) 0%, transparent 70%);</a:t>
            </a:r>
          </a:p>
          <a:p>
            <a:pPr/>
            <a:r>
              <a:t>bottom: -80px;</a:t>
            </a:r>
          </a:p>
          <a:p>
            <a:pPr/>
            <a:r>
              <a:t>left: -80px;</a:t>
            </a:r>
          </a:p>
          <a:p>
            <a:pPr/>
            <a:r>
              <a:t>}</a:t>
            </a:r>
          </a:p>
          <a:p>
            <a:pPr/>
            <a:r>
              <a:t>.cover-badge {</a:t>
            </a:r>
          </a:p>
          <a:p>
            <a:pPr/>
            <a:r>
              <a:t>background: rgba(0,200,255,0.15);</a:t>
            </a:r>
          </a:p>
          <a:p>
            <a:pPr/>
            <a:r>
              <a:t>border: 1px solid rgba(0,200,255,0.4);</a:t>
            </a:r>
          </a:p>
          <a:p>
            <a:pPr/>
            <a:r>
              <a:t>color: #00c8ff;</a:t>
            </a:r>
          </a:p>
          <a:p>
            <a:pPr/>
            <a:r>
              <a:t>padding: 8px 24px;</a:t>
            </a:r>
          </a:p>
          <a:p>
            <a:pPr/>
            <a:r>
              <a:t>border-radius: 30px;</a:t>
            </a:r>
          </a:p>
          <a:p>
            <a:pPr/>
            <a:r>
              <a:t>font-size: 13px;</a:t>
            </a:r>
          </a:p>
          <a:p>
            <a:pPr/>
            <a:r>
              <a:t>letter-spacing: 3px;</a:t>
            </a:r>
          </a:p>
          <a:p>
            <a:pPr/>
            <a:r>
              <a:t>text-transform: uppercase;</a:t>
            </a:r>
          </a:p>
          <a:p>
            <a:pPr/>
            <a:r>
              <a:t>margin-bottom: 30px;</a:t>
            </a:r>
          </a:p>
          <a:p>
            <a:pPr/>
            <a:r>
              <a:t>}</a:t>
            </a:r>
          </a:p>
          <a:p>
            <a:pPr/>
            <a:r>
              <a:t>.cover-icon {</a:t>
            </a:r>
          </a:p>
          <a:p>
            <a:pPr/>
            <a:r>
              <a:t>font-size: 90px;</a:t>
            </a:r>
          </a:p>
          <a:p>
            <a:pPr/>
            <a:r>
              <a:t>margin-bottom: 20px;</a:t>
            </a:r>
          </a:p>
          <a:p>
            <a:pPr/>
            <a:r>
              <a:t>filter: drop-shadow(0 0 30px rgba(0,200,255,0.5));</a:t>
            </a:r>
          </a:p>
          <a:p>
            <a:pPr/>
            <a:r>
              <a:t>}</a:t>
            </a:r>
          </a:p>
          <a:p>
            <a:pPr/>
            <a:r>
              <a:t>.cover h1 {</a:t>
            </a:r>
          </a:p>
          <a:p>
            <a:pPr/>
            <a:r>
              <a:t>font-size: 58px;</a:t>
            </a:r>
          </a:p>
          <a:p>
            <a:pPr/>
            <a:r>
              <a:t>font-weight: 800;</a:t>
            </a:r>
          </a:p>
          <a:p>
            <a:pPr/>
            <a:r>
              <a:t>color: #ffffff;</a:t>
            </a:r>
          </a:p>
          <a:p>
            <a:pPr/>
            <a:r>
              <a:t>line-height: 1.1;</a:t>
            </a:r>
          </a:p>
          <a:p>
            <a:pPr/>
            <a:r>
              <a:t>margin-bottom: 10px;</a:t>
            </a:r>
          </a:p>
          <a:p>
            <a:pPr/>
            <a:r>
              <a:t>text-shadow: 0 0 40px rgba(0,200,255,0.3);</a:t>
            </a:r>
          </a:p>
          <a:p>
            <a:pPr/>
            <a:r>
              <a:t>}</a:t>
            </a:r>
          </a:p>
          <a:p>
            <a:pPr/>
            <a:r>
              <a:t>.cover h1 span {</a:t>
            </a:r>
          </a:p>
          <a:p>
            <a:pPr/>
            <a:r>
              <a:t>background: linear-gradient(90deg, #00c8ff, #7b2ff7);</a:t>
            </a:r>
          </a:p>
          <a:p>
            <a:pPr/>
            <a:r>
              <a:t>-webkit-background-clip: text;</a:t>
            </a:r>
          </a:p>
          <a:p>
            <a:pPr/>
            <a:r>
              <a:t>-webkit-text-fill-color: transparent;</a:t>
            </a:r>
          </a:p>
          <a:p>
            <a:pPr/>
            <a:r>
              <a:t>}</a:t>
            </a:r>
          </a:p>
          <a:p>
            <a:pPr/>
            <a:r>
              <a:t>.cover-subtitle {</a:t>
            </a:r>
          </a:p>
          <a:p>
            <a:pPr/>
            <a:r>
              <a:t>font-size: 20px;</a:t>
            </a:r>
          </a:p>
          <a:p>
            <a:pPr/>
            <a:r>
              <a:t>color: rgba(255,255,255,0.7);</a:t>
            </a:r>
          </a:p>
          <a:p>
            <a:pPr/>
            <a:r>
              <a:t>margin-bottom: 40px;</a:t>
            </a:r>
          </a:p>
          <a:p>
            <a:pPr/>
            <a:r>
              <a:t>font-style: italic;</a:t>
            </a:r>
          </a:p>
          <a:p>
            <a:pPr/>
            <a:r>
              <a:t>}</a:t>
            </a:r>
          </a:p>
          <a:p>
            <a:pPr/>
            <a:r>
              <a:t>.cover-divider {</a:t>
            </a:r>
          </a:p>
          <a:p>
            <a:pPr/>
            <a:r>
              <a:t>width: 80px;</a:t>
            </a:r>
          </a:p>
          <a:p>
            <a:pPr/>
            <a:r>
              <a:t>height: 3px;</a:t>
            </a:r>
          </a:p>
          <a:p>
            <a:pPr/>
            <a:r>
              <a:t>background: linear-gradient(90deg, #00c8ff, #7b2ff7);</a:t>
            </a:r>
          </a:p>
          <a:p>
            <a:pPr/>
            <a:r>
              <a:t>border-radius: 3px;</a:t>
            </a:r>
          </a:p>
          <a:p>
            <a:pPr/>
            <a:r>
              <a:t>margin: 0 auto 40px;</a:t>
            </a:r>
          </a:p>
          <a:p>
            <a:pPr/>
            <a:r>
              <a:t>}</a:t>
            </a:r>
          </a:p>
          <a:p>
            <a:pPr/>
            <a:r>
              <a:t>.cover-tags {</a:t>
            </a:r>
          </a:p>
          <a:p>
            <a:pPr/>
            <a:r>
              <a:t>display: flex;</a:t>
            </a:r>
          </a:p>
          <a:p>
            <a:pPr/>
            <a:r>
              <a:t>gap: 12px;</a:t>
            </a:r>
          </a:p>
          <a:p>
            <a:pPr/>
            <a:r>
              <a:t>flex-wrap: wrap;</a:t>
            </a:r>
          </a:p>
          <a:p>
            <a:pPr/>
            <a:r>
              <a:t>justify-content: center;</a:t>
            </a:r>
          </a:p>
          <a:p>
            <a:pPr/>
            <a:r>
              <a:t>margin-bottom: 50px;</a:t>
            </a:r>
          </a:p>
          <a:p>
            <a:pPr/>
            <a:r>
              <a:t>}</a:t>
            </a:r>
          </a:p>
          <a:p>
            <a:pPr/>
            <a:r>
              <a:t>.cover-tag {</a:t>
            </a:r>
          </a:p>
          <a:p>
            <a:pPr/>
            <a:r>
              <a:t>background: rgba(255,255,255,0.08);</a:t>
            </a:r>
          </a:p>
          <a:p>
            <a:pPr/>
            <a:r>
              <a:t>border: 1px solid rgba(255,255,255,0.2);</a:t>
            </a:r>
          </a:p>
          <a:p>
            <a:pPr/>
            <a:r>
              <a:t>color: rgba(255,255,255,0.8);</a:t>
            </a:r>
          </a:p>
          <a:p>
            <a:pPr/>
            <a:r>
              <a:t>padding: 6px 16px;</a:t>
            </a:r>
          </a:p>
          <a:p>
            <a:pPr/>
            <a:r>
              <a:t>border-radius: 20px;</a:t>
            </a:r>
          </a:p>
          <a:p>
            <a:pPr/>
            <a:r>
              <a:t>font-size: 13px;</a:t>
            </a:r>
          </a:p>
          <a:p>
            <a:pPr/>
            <a:r>
              <a:t>}</a:t>
            </a:r>
          </a:p>
          <a:p>
            <a:pPr/>
            <a:r>
              <a:t>.cover-footer {</a:t>
            </a:r>
          </a:p>
          <a:p>
            <a:pPr/>
            <a:r>
              <a:t>position: absolute;</a:t>
            </a:r>
          </a:p>
          <a:p>
            <a:pPr/>
            <a:r>
              <a:t>bottom: 30px;</a:t>
            </a:r>
          </a:p>
          <a:p>
            <a:pPr/>
            <a:r>
              <a:t>font-size: 12px;</a:t>
            </a:r>
          </a:p>
          <a:p>
            <a:pPr/>
            <a:r>
              <a:t>color: rgba(255,255,255,0.4);</a:t>
            </a:r>
          </a:p>
          <a:p>
            <a:pPr/>
            <a:r>
              <a:t>letter-spacing: 1px;</a:t>
            </a:r>
          </a:p>
          <a:p>
            <a:pPr/>
            <a:r>
              <a:t>}</a:t>
            </a:r>
          </a:p>
          <a:p>
            <a:pPr/>
            <a:r>
              <a:t>/* ===== PAGE STYLES ===== */</a:t>
            </a:r>
          </a:p>
          <a:p>
            <a:pPr/>
            <a:r>
              <a:t>.page {</a:t>
            </a:r>
          </a:p>
          <a:p>
            <a:pPr/>
            <a:r>
              <a:t>width: 100%;</a:t>
            </a:r>
          </a:p>
          <a:p>
            <a:pPr/>
            <a:r>
              <a:t>min-height: 100vh;</a:t>
            </a:r>
          </a:p>
          <a:p>
            <a:pPr/>
            <a:r>
              <a:t>background: #ffffff;</a:t>
            </a:r>
          </a:p>
          <a:p>
            <a:pPr/>
            <a:r>
              <a:t>padding: 60px 70px;</a:t>
            </a:r>
          </a:p>
          <a:p>
            <a:pPr/>
            <a:r>
              <a:t>position: relative;</a:t>
            </a:r>
          </a:p>
          <a:p>
            <a:pPr/>
            <a:r>
              <a:t>page-break-after: always;</a:t>
            </a:r>
          </a:p>
          <a:p>
            <a:pPr/>
            <a:r>
              <a:t>}</a:t>
            </a:r>
          </a:p>
          <a:p>
            <a:pPr/>
            <a:r>
              <a:t>.page-dark {</a:t>
            </a:r>
          </a:p>
          <a:p>
            <a:pPr/>
            <a:r>
              <a:t>background: linear-gradient(160deg, #0a0a2e 0%, #1a1a4e 100%);</a:t>
            </a:r>
          </a:p>
          <a:p>
            <a:pPr/>
            <a:r>
              <a:t>color: #ffffff;</a:t>
            </a:r>
          </a:p>
          <a:p>
            <a:pPr/>
            <a:r>
              <a:t>}</a:t>
            </a:r>
          </a:p>
          <a:p>
            <a:pPr/>
            <a:r>
              <a:t>/* Header */</a:t>
            </a:r>
          </a:p>
          <a:p>
            <a:pPr/>
            <a:r>
              <a:t>.page-header {</a:t>
            </a:r>
          </a:p>
          <a:p>
            <a:pPr/>
            <a:r>
              <a:t>display: flex;</a:t>
            </a:r>
          </a:p>
          <a:p>
            <a:pPr/>
            <a:r>
              <a:t>align-items: center;</a:t>
            </a:r>
          </a:p>
          <a:p>
            <a:pPr/>
            <a:r>
              <a:t>justify-content: space-between;</a:t>
            </a:r>
          </a:p>
          <a:p>
            <a:pPr/>
            <a:r>
              <a:t>border-bottom: 2px solid #e8edf5;</a:t>
            </a:r>
          </a:p>
          <a:p>
            <a:pPr/>
            <a:r>
              <a:t>padding-bottom: 15px;</a:t>
            </a:r>
          </a:p>
          <a:p>
            <a:pPr/>
            <a:r>
              <a:t>margin-bottom: 40px;</a:t>
            </a:r>
          </a:p>
          <a:p>
            <a:pPr/>
            <a:r>
              <a:t>}</a:t>
            </a:r>
          </a:p>
          <a:p>
            <a:pPr/>
            <a:r>
              <a:t>.page-header-dark {</a:t>
            </a:r>
          </a:p>
          <a:p>
            <a:pPr/>
            <a:r>
              <a:t>border-bottom: 1px solid rgba(255,255,255,0.1);</a:t>
            </a:r>
          </a:p>
          <a:p>
            <a:pPr/>
            <a:r>
              <a:t>}</a:t>
            </a:r>
          </a:p>
          <a:p>
            <a:pPr/>
            <a:r>
              <a:t>.page-header-logo {</a:t>
            </a:r>
          </a:p>
          <a:p>
            <a:pPr/>
            <a:r>
              <a:t>font-size: 13px;</a:t>
            </a:r>
          </a:p>
          <a:p>
            <a:pPr/>
            <a:r>
              <a:t>font-weight: 700;</a:t>
            </a:r>
          </a:p>
          <a:p>
            <a:pPr/>
            <a:r>
              <a:t>color: #0d47a1;</a:t>
            </a:r>
          </a:p>
          <a:p>
            <a:pPr/>
            <a:r>
              <a:t>letter-spacing: 2px;</a:t>
            </a:r>
          </a:p>
          <a:p>
            <a:pPr/>
            <a:r>
              <a:t>text-transform: uppercase;</a:t>
            </a:r>
          </a:p>
          <a:p>
            <a:pPr/>
            <a:r>
              <a:t>}</a:t>
            </a:r>
          </a:p>
          <a:p>
            <a:pPr/>
            <a:r>
              <a:t>.page-header-logo-dark {</a:t>
            </a:r>
          </a:p>
          <a:p>
            <a:pPr/>
            <a:r>
              <a:t>color: #00c8ff;</a:t>
            </a:r>
          </a:p>
          <a:p>
            <a:pPr/>
            <a:r>
              <a:t>}</a:t>
            </a:r>
          </a:p>
          <a:p>
            <a:pPr/>
            <a:r>
              <a:t>.page-number {</a:t>
            </a:r>
          </a:p>
          <a:p>
            <a:pPr/>
            <a:r>
              <a:t>font-size: 12px;</a:t>
            </a:r>
          </a:p>
          <a:p>
            <a:pPr/>
            <a:r>
              <a:t>color: #aaa;</a:t>
            </a:r>
          </a:p>
          <a:p>
            <a:pPr/>
            <a:r>
              <a:t>}</a:t>
            </a:r>
          </a:p>
          <a:p>
            <a:pPr/>
            <a:r>
              <a:t>/* Section title */</a:t>
            </a:r>
          </a:p>
          <a:p>
            <a:pPr/>
            <a:r>
              <a:t>.section-label {</a:t>
            </a:r>
          </a:p>
          <a:p>
            <a:pPr/>
            <a:r>
              <a:t>font-size: 11px;</a:t>
            </a:r>
          </a:p>
          <a:p>
            <a:pPr/>
            <a:r>
              <a:t>letter-spacing: 3px;</a:t>
            </a:r>
          </a:p>
          <a:p>
            <a:pPr/>
            <a:r>
              <a:t>text-transform: uppercase;</a:t>
            </a:r>
          </a:p>
          <a:p>
            <a:pPr/>
            <a:r>
              <a:t>color: #0d47a1;</a:t>
            </a:r>
          </a:p>
          <a:p>
            <a:pPr/>
            <a:r>
              <a:t>font-weight: 700;</a:t>
            </a:r>
          </a:p>
          <a:p>
            <a:pPr/>
            <a:r>
              <a:t>margin-bottom: 8px;</a:t>
            </a:r>
          </a:p>
          <a:p>
            <a:pPr/>
            <a:r>
              <a:t>}</a:t>
            </a:r>
          </a:p>
          <a:p>
            <a:pPr/>
            <a:r>
              <a:t>.section-label-light {</a:t>
            </a:r>
          </a:p>
          <a:p>
            <a:pPr/>
            <a:r>
              <a:t>color: #00c8ff;</a:t>
            </a:r>
          </a:p>
          <a:p>
            <a:pPr/>
            <a:r>
              <a:t>}</a:t>
            </a:r>
          </a:p>
          <a:p>
            <a:pPr/>
            <a:r>
              <a:t>.section-title {</a:t>
            </a:r>
          </a:p>
          <a:p>
            <a:pPr/>
            <a:r>
              <a:t>font-size: 36px;</a:t>
            </a:r>
          </a:p>
          <a:p>
            <a:pPr/>
            <a:r>
              <a:t>font-weight: 800;</a:t>
            </a:r>
          </a:p>
          <a:p>
            <a:pPr/>
            <a:r>
              <a:t>color: #1a1a2e;</a:t>
            </a:r>
          </a:p>
          <a:p>
            <a:pPr/>
            <a:r>
              <a:t>line-height: 1.2;</a:t>
            </a:r>
          </a:p>
          <a:p>
            <a:pPr/>
            <a:r>
              <a:t>margin-bottom: 12px;</a:t>
            </a:r>
          </a:p>
          <a:p>
            <a:pPr/>
            <a:r>
              <a:t>}</a:t>
            </a:r>
          </a:p>
          <a:p>
            <a:pPr/>
            <a:r>
              <a:t>.section-title-light {</a:t>
            </a:r>
          </a:p>
          <a:p>
            <a:pPr/>
            <a:r>
              <a:t>color: #ffffff;</a:t>
            </a:r>
          </a:p>
          <a:p>
            <a:pPr/>
            <a:r>
              <a:t>}</a:t>
            </a:r>
          </a:p>
          <a:p>
            <a:pPr/>
            <a:r>
              <a:t>.section-title span {</a:t>
            </a:r>
          </a:p>
          <a:p>
            <a:pPr/>
            <a:r>
              <a:t>color: #0d47a1;</a:t>
            </a:r>
          </a:p>
          <a:p>
            <a:pPr/>
            <a:r>
              <a:t>}</a:t>
            </a:r>
          </a:p>
          <a:p>
            <a:pPr/>
            <a:r>
              <a:t>.section-title-light span {</a:t>
            </a:r>
          </a:p>
          <a:p>
            <a:pPr/>
            <a:r>
              <a:t>color: #00c8ff;</a:t>
            </a:r>
          </a:p>
          <a:p>
            <a:pPr/>
            <a:r>
              <a:t>}</a:t>
            </a:r>
          </a:p>
          <a:p>
            <a:pPr/>
            <a:r>
              <a:t>.section-desc {</a:t>
            </a:r>
          </a:p>
          <a:p>
            <a:pPr/>
            <a:r>
              <a:t>font-size: 15px;</a:t>
            </a:r>
          </a:p>
          <a:p>
            <a:pPr/>
            <a:r>
              <a:t>color: #555;</a:t>
            </a:r>
          </a:p>
          <a:p>
            <a:pPr/>
            <a:r>
              <a:t>line-height: 1.8;</a:t>
            </a:r>
          </a:p>
          <a:p>
            <a:pPr/>
            <a:r>
              <a:t>margin-bottom: 35px;</a:t>
            </a:r>
          </a:p>
          <a:p>
            <a:pPr/>
            <a:r>
              <a:t>}</a:t>
            </a:r>
          </a:p>
          <a:p>
            <a:pPr/>
            <a:r>
              <a:t>.section-desc-light {</a:t>
            </a:r>
          </a:p>
          <a:p>
            <a:pPr/>
            <a:r>
              <a:t>color: rgba(255,255,255,0.7);</a:t>
            </a:r>
          </a:p>
          <a:p>
            <a:pPr/>
            <a:r>
              <a:t>}</a:t>
            </a:r>
          </a:p>
          <a:p>
            <a:pPr/>
            <a:r>
              <a:t>/* Cards Grid */</a:t>
            </a:r>
          </a:p>
          <a:p>
            <a:pPr/>
            <a:r>
              <a:t>.cards-grid {</a:t>
            </a:r>
          </a:p>
          <a:p>
            <a:pPr/>
            <a:r>
              <a:t>display: grid;</a:t>
            </a:r>
          </a:p>
          <a:p>
            <a:pPr/>
            <a:r>
              <a:t>grid-template-columns: 1fr 1fr;</a:t>
            </a:r>
          </a:p>
          <a:p>
            <a:pPr/>
            <a:r>
              <a:t>gap: 20px;</a:t>
            </a:r>
          </a:p>
          <a:p>
            <a:pPr/>
            <a:r>
              <a:t>margin-top: 10px;</a:t>
            </a:r>
          </a:p>
          <a:p>
            <a:pPr/>
            <a:r>
              <a:t>}</a:t>
            </a:r>
          </a:p>
          <a:p>
            <a:pPr/>
            <a:r>
              <a:t>.cards-grid-3 {</a:t>
            </a:r>
          </a:p>
          <a:p>
            <a:pPr/>
            <a:r>
              <a:t>grid-template-columns: 1fr 1fr 1fr;</a:t>
            </a:r>
          </a:p>
          <a:p>
            <a:pPr/>
            <a:r>
              <a:t>}</a:t>
            </a:r>
          </a:p>
          <a:p>
            <a:pPr/>
            <a:r>
              <a:t>.card {</a:t>
            </a:r>
          </a:p>
          <a:p>
            <a:pPr/>
            <a:r>
              <a:t>background: #f7f9fc;</a:t>
            </a:r>
          </a:p>
          <a:p>
            <a:pPr/>
            <a:r>
              <a:t>border-radius: 14px;</a:t>
            </a:r>
          </a:p>
          <a:p>
            <a:pPr/>
            <a:r>
              <a:t>padding: 24px;</a:t>
            </a:r>
          </a:p>
          <a:p>
            <a:pPr/>
            <a:r>
              <a:t>border-left: 4px solid #0d47a1;</a:t>
            </a:r>
          </a:p>
          <a:p>
            <a:pPr/>
            <a:r>
              <a:t>transition: all 0.3s;</a:t>
            </a:r>
          </a:p>
          <a:p>
            <a:pPr/>
            <a:r>
              <a:t>}</a:t>
            </a:r>
          </a:p>
          <a:p>
            <a:pPr/>
            <a:r>
              <a:t>.card-dark {</a:t>
            </a:r>
          </a:p>
          <a:p>
            <a:pPr/>
            <a:r>
              <a:t>background: rgba(255,255,255,0.05);</a:t>
            </a:r>
          </a:p>
          <a:p>
            <a:pPr/>
            <a:r>
              <a:t>border-left: 4px solid #00c8ff;</a:t>
            </a:r>
          </a:p>
          <a:p>
            <a:pPr/>
            <a:r>
              <a:t>}</a:t>
            </a:r>
          </a:p>
          <a:p>
            <a:pPr/>
            <a:r>
              <a:t>.card-icon {</a:t>
            </a:r>
          </a:p>
          <a:p>
            <a:pPr/>
            <a:r>
              <a:t>font-size: 32px;</a:t>
            </a:r>
          </a:p>
          <a:p>
            <a:pPr/>
            <a:r>
              <a:t>margin-bottom: 12px;</a:t>
            </a:r>
          </a:p>
          <a:p>
            <a:pPr/>
            <a:r>
              <a:t>}</a:t>
            </a:r>
          </a:p>
          <a:p>
            <a:pPr/>
            <a:r>
              <a:t>.card h3 {</a:t>
            </a:r>
          </a:p>
          <a:p>
            <a:pPr/>
            <a:r>
              <a:t>font-size: 16px;</a:t>
            </a:r>
          </a:p>
          <a:p>
            <a:pPr/>
            <a:r>
              <a:t>font-weight: 700;</a:t>
            </a:r>
          </a:p>
          <a:p>
            <a:pPr/>
            <a:r>
              <a:t>color: #1a1a2e;</a:t>
            </a:r>
          </a:p>
          <a:p>
            <a:pPr/>
            <a:r>
              <a:t>margin-bottom: 8px;</a:t>
            </a:r>
          </a:p>
          <a:p>
            <a:pPr/>
            <a:r>
              <a:t>}</a:t>
            </a:r>
          </a:p>
          <a:p>
            <a:pPr/>
            <a:r>
              <a:t>.card-dark h3 {</a:t>
            </a:r>
          </a:p>
          <a:p>
            <a:pPr/>
            <a:r>
              <a:t>color: #ffffff;</a:t>
            </a:r>
          </a:p>
          <a:p>
            <a:pPr/>
            <a:r>
              <a:t>}</a:t>
            </a:r>
          </a:p>
          <a:p>
            <a:pPr/>
            <a:r>
              <a:t>.card p {</a:t>
            </a:r>
          </a:p>
          <a:p>
            <a:pPr/>
            <a:r>
              <a:t>font-size: 13px;</a:t>
            </a:r>
          </a:p>
          <a:p>
            <a:pPr/>
            <a:r>
              <a:t>color: #666;</a:t>
            </a:r>
          </a:p>
          <a:p>
            <a:pPr/>
            <a:r>
              <a:t>line-height: 1.6;</a:t>
            </a:r>
          </a:p>
          <a:p>
            <a:pPr/>
            <a:r>
              <a:t>}</a:t>
            </a:r>
          </a:p>
          <a:p>
            <a:pPr/>
            <a:r>
              <a:t>.card-dark p {</a:t>
            </a:r>
          </a:p>
          <a:p>
            <a:pPr/>
            <a:r>
              <a:t>color: rgba(255,255,255,0.6);</a:t>
            </a:r>
          </a:p>
          <a:p>
            <a:pPr/>
            <a:r>
              <a:t>}</a:t>
            </a:r>
          </a:p>
          <a:p>
            <a:pPr/>
            <a:r>
              <a:t>/* Timeline */</a:t>
            </a:r>
          </a:p>
          <a:p>
            <a:pPr/>
            <a:r>
              <a:t>.timeline {</a:t>
            </a:r>
          </a:p>
          <a:p>
            <a:pPr/>
            <a:r>
              <a:t>position: relative;</a:t>
            </a:r>
          </a:p>
          <a:p>
            <a:pPr/>
            <a:r>
              <a:t>padding-left: 30px;</a:t>
            </a:r>
          </a:p>
          <a:p>
            <a:pPr/>
            <a:r>
              <a:t>}</a:t>
            </a:r>
          </a:p>
          <a:p>
            <a:pPr/>
            <a:r>
              <a:t>.timeline::before {</a:t>
            </a:r>
          </a:p>
          <a:p>
            <a:pPr/>
            <a:r>
              <a:t>content: '';</a:t>
            </a:r>
          </a:p>
          <a:p>
            <a:pPr/>
            <a:r>
              <a:t>position: absolute;</a:t>
            </a:r>
          </a:p>
          <a:p>
            <a:pPr/>
            <a:r>
              <a:t>left: 8px;</a:t>
            </a:r>
          </a:p>
          <a:p>
            <a:pPr/>
            <a:r>
              <a:t>top: 0;</a:t>
            </a:r>
          </a:p>
          <a:p>
            <a:pPr/>
            <a:r>
              <a:t>bottom: 0;</a:t>
            </a:r>
          </a:p>
          <a:p>
            <a:pPr/>
            <a:r>
              <a:t>width: 2px;</a:t>
            </a:r>
          </a:p>
          <a:p>
            <a:pPr/>
            <a:r>
              <a:t>background: linear-gradient(180deg, #0d47a1, #7b2ff7);</a:t>
            </a:r>
          </a:p>
          <a:p>
            <a:pPr/>
            <a:r>
              <a:t>}</a:t>
            </a:r>
          </a:p>
          <a:p>
            <a:pPr/>
            <a:r>
              <a:t>.timeline-item {</a:t>
            </a:r>
          </a:p>
          <a:p>
            <a:pPr/>
            <a:r>
              <a:t>position: relative;</a:t>
            </a:r>
          </a:p>
          <a:p>
            <a:pPr/>
            <a:r>
              <a:t>margin-bottom: 28px;</a:t>
            </a:r>
          </a:p>
          <a:p>
            <a:pPr/>
            <a:r>
              <a:t>}</a:t>
            </a:r>
          </a:p>
          <a:p>
            <a:pPr/>
            <a:r>
              <a:t>.timeline-item::before {</a:t>
            </a:r>
          </a:p>
          <a:p>
            <a:pPr/>
            <a:r>
              <a:t>content: '';</a:t>
            </a:r>
          </a:p>
          <a:p>
            <a:pPr/>
            <a:r>
              <a:t>position: absolute;</a:t>
            </a:r>
          </a:p>
          <a:p>
            <a:pPr/>
            <a:r>
              <a:t>left: -26px;</a:t>
            </a:r>
          </a:p>
          <a:p>
            <a:pPr/>
            <a:r>
              <a:t>top: 5px;</a:t>
            </a:r>
          </a:p>
          <a:p>
            <a:pPr/>
            <a:r>
              <a:t>width: 12px;</a:t>
            </a:r>
          </a:p>
          <a:p>
            <a:pPr/>
            <a:r>
              <a:t>height: 12px;</a:t>
            </a:r>
          </a:p>
          <a:p>
            <a:pPr/>
            <a:r>
              <a:t>border-radius: 50%;</a:t>
            </a:r>
          </a:p>
          <a:p>
            <a:pPr/>
            <a:r>
              <a:t>background: #0d47a1;</a:t>
            </a:r>
          </a:p>
          <a:p>
            <a:pPr/>
            <a:r>
              <a:t>border: 2px solid #fff;</a:t>
            </a:r>
          </a:p>
          <a:p>
            <a:pPr/>
            <a:r>
              <a:t>box-shadow: 0 0 0 3px rgba(13,71,161,0.2);</a:t>
            </a:r>
          </a:p>
          <a:p>
            <a:pPr/>
            <a:r>
              <a:t>}</a:t>
            </a:r>
          </a:p>
          <a:p>
            <a:pPr/>
            <a:r>
              <a:t>.timeline-year {</a:t>
            </a:r>
          </a:p>
          <a:p>
            <a:pPr/>
            <a:r>
              <a:t>font-size: 11px;</a:t>
            </a:r>
          </a:p>
          <a:p>
            <a:pPr/>
            <a:r>
              <a:t>font-weight: 700;</a:t>
            </a:r>
          </a:p>
          <a:p>
            <a:pPr/>
            <a:r>
              <a:t>color: #0d47a1;</a:t>
            </a:r>
          </a:p>
          <a:p>
            <a:pPr/>
            <a:r>
              <a:t>letter-spacing: 2px;</a:t>
            </a:r>
          </a:p>
          <a:p>
            <a:pPr/>
            <a:r>
              <a:t>text-transform: uppercase;</a:t>
            </a:r>
          </a:p>
          <a:p>
            <a:pPr/>
            <a:r>
              <a:t>margin-bottom: 4px;</a:t>
            </a:r>
          </a:p>
          <a:p>
            <a:pPr/>
            <a:r>
              <a:t>}</a:t>
            </a:r>
          </a:p>
          <a:p>
            <a:pPr/>
            <a:r>
              <a:t>.timeline-title {</a:t>
            </a:r>
          </a:p>
          <a:p>
            <a:pPr/>
            <a:r>
              <a:t>font-size: 15px;</a:t>
            </a:r>
          </a:p>
          <a:p>
            <a:pPr/>
            <a:r>
              <a:t>font-weight: 700;</a:t>
            </a:r>
          </a:p>
          <a:p>
            <a:pPr/>
            <a:r>
              <a:t>color: #1a1a2e;</a:t>
            </a:r>
          </a:p>
          <a:p>
            <a:pPr/>
            <a:r>
              <a:t>margin-bottom: 4px;</a:t>
            </a:r>
          </a:p>
          <a:p>
            <a:pPr/>
            <a:r>
              <a:t>}</a:t>
            </a:r>
          </a:p>
          <a:p>
            <a:pPr/>
            <a:r>
              <a:t>.timeline-desc {</a:t>
            </a:r>
          </a:p>
          <a:p>
            <a:pPr/>
            <a:r>
              <a:t>font-size: 13px;</a:t>
            </a:r>
          </a:p>
          <a:p>
            <a:pPr/>
            <a:r>
              <a:t>color: #666;</a:t>
            </a:r>
          </a:p>
          <a:p>
            <a:pPr/>
            <a:r>
              <a:t>line-height: 1.6;</a:t>
            </a:r>
          </a:p>
          <a:p>
            <a:pPr/>
            <a:r>
              <a:t>}</a:t>
            </a:r>
          </a:p>
          <a:p>
            <a:pPr/>
            <a:r>
              <a:t>/* Stats row */</a:t>
            </a:r>
          </a:p>
          <a:p>
            <a:pPr/>
            <a:r>
              <a:t>.stats-row {</a:t>
            </a:r>
          </a:p>
          <a:p>
            <a:pPr/>
            <a:r>
              <a:t>display: grid;</a:t>
            </a:r>
          </a:p>
          <a:p>
            <a:pPr/>
            <a:r>
              <a:t>grid-template-columns: repeat(4, 1fr);</a:t>
            </a:r>
          </a:p>
          <a:p>
            <a:pPr/>
            <a:r>
              <a:t>gap: 16px;</a:t>
            </a:r>
          </a:p>
          <a:p>
            <a:pPr/>
            <a:r>
              <a:t>margin: 30px 0;</a:t>
            </a:r>
          </a:p>
          <a:p>
            <a:pPr/>
            <a:r>
              <a:t>}</a:t>
            </a:r>
          </a:p>
          <a:p>
            <a:pPr/>
            <a:r>
              <a:t>.stat-box {</a:t>
            </a:r>
          </a:p>
          <a:p>
            <a:pPr/>
            <a:r>
              <a:t>background: linear-gradient(135deg, #0d47a1, #1565c0);</a:t>
            </a:r>
          </a:p>
          <a:p>
            <a:pPr/>
            <a:r>
              <a:t>border-radius: 14px;</a:t>
            </a:r>
          </a:p>
          <a:p>
            <a:pPr/>
            <a:r>
              <a:t>padding: 22px 16px;</a:t>
            </a:r>
          </a:p>
          <a:p>
            <a:pPr/>
            <a:r>
              <a:t>text-align: center;</a:t>
            </a:r>
          </a:p>
          <a:p>
            <a:pPr/>
            <a:r>
              <a:t>color: white;</a:t>
            </a:r>
          </a:p>
          <a:p>
            <a:pPr/>
            <a:r>
              <a:t>}</a:t>
            </a:r>
          </a:p>
          <a:p>
            <a:pPr/>
            <a:r>
              <a:t>.stat-box-alt {</a:t>
            </a:r>
          </a:p>
          <a:p>
            <a:pPr/>
            <a:r>
              <a:t>background: linear-gradient(135deg, #7b2ff7, #4a00c8);</a:t>
            </a:r>
          </a:p>
          <a:p>
            <a:pPr/>
            <a:r>
              <a:t>}</a:t>
            </a:r>
          </a:p>
          <a:p>
            <a:pPr/>
            <a:r>
              <a:t>.stat-box-green {</a:t>
            </a:r>
          </a:p>
          <a:p>
            <a:pPr/>
            <a:r>
              <a:t>background: linear-gradient(135deg, #00897b, #00695c);</a:t>
            </a:r>
          </a:p>
          <a:p>
            <a:pPr/>
            <a:r>
              <a:t>}</a:t>
            </a:r>
          </a:p>
          <a:p>
            <a:pPr/>
            <a:r>
              <a:t>.stat-box-orange {</a:t>
            </a:r>
          </a:p>
          <a:p>
            <a:pPr/>
            <a:r>
              <a:t>background: linear-gradient(135deg, #e65100, #bf360c);</a:t>
            </a:r>
          </a:p>
          <a:p>
            <a:pPr/>
            <a:r>
              <a:t>}</a:t>
            </a:r>
          </a:p>
          <a:p>
            <a:pPr/>
            <a:r>
              <a:t>.stat-number {</a:t>
            </a:r>
          </a:p>
          <a:p>
            <a:pPr/>
            <a:r>
              <a:t>font-size: 28px;</a:t>
            </a:r>
          </a:p>
          <a:p>
            <a:pPr/>
            <a:r>
              <a:t>font-weight: 800;</a:t>
            </a:r>
          </a:p>
          <a:p>
            <a:pPr/>
            <a:r>
              <a:t>margin-bottom: 4px;</a:t>
            </a:r>
          </a:p>
          <a:p>
            <a:pPr/>
            <a:r>
              <a:t>}</a:t>
            </a:r>
          </a:p>
          <a:p>
            <a:pPr/>
            <a:r>
              <a:t>.stat-label {</a:t>
            </a:r>
          </a:p>
          <a:p>
            <a:pPr/>
            <a:r>
              <a:t>font-size: 11px;</a:t>
            </a:r>
          </a:p>
          <a:p>
            <a:pPr/>
            <a:r>
              <a:t>opacity: 0.85;</a:t>
            </a:r>
          </a:p>
          <a:p>
            <a:pPr/>
            <a:r>
              <a:t>letter-spacing: 1px;</a:t>
            </a:r>
          </a:p>
          <a:p>
            <a:pPr/>
            <a:r>
              <a:t>}</a:t>
            </a:r>
          </a:p>
          <a:p>
            <a:pPr/>
            <a:r>
              <a:t>/* Types of AI */</a:t>
            </a:r>
          </a:p>
          <a:p>
            <a:pPr/>
            <a:r>
              <a:t>.ai-type {</a:t>
            </a:r>
          </a:p>
          <a:p>
            <a:pPr/>
            <a:r>
              <a:t>display: flex;</a:t>
            </a:r>
          </a:p>
          <a:p>
            <a:pPr/>
            <a:r>
              <a:t>align-items: flex-start;</a:t>
            </a:r>
          </a:p>
          <a:p>
            <a:pPr/>
            <a:r>
              <a:t>gap: 18px;</a:t>
            </a:r>
          </a:p>
          <a:p>
            <a:pPr/>
            <a:r>
              <a:t>margin-bottom: 24px;</a:t>
            </a:r>
          </a:p>
          <a:p>
            <a:pPr/>
            <a:r>
              <a:t>padding: 20px;</a:t>
            </a:r>
          </a:p>
          <a:p>
            <a:pPr/>
            <a:r>
              <a:t>background: #f7f9fc;</a:t>
            </a:r>
          </a:p>
          <a:p>
            <a:pPr/>
            <a:r>
              <a:t>border-radius: 12px;</a:t>
            </a:r>
          </a:p>
          <a:p>
            <a:pPr/>
            <a:r>
              <a:t>}</a:t>
            </a:r>
          </a:p>
          <a:p>
            <a:pPr/>
            <a:r>
              <a:t>.ai-type-icon {</a:t>
            </a:r>
          </a:p>
          <a:p>
            <a:pPr/>
            <a:r>
              <a:t>font-size: 36px;</a:t>
            </a:r>
          </a:p>
          <a:p>
            <a:pPr/>
            <a:r>
              <a:t>flex-shrink: 0;</a:t>
            </a:r>
          </a:p>
          <a:p>
            <a:pPr/>
            <a:r>
              <a:t>}</a:t>
            </a:r>
          </a:p>
          <a:p>
            <a:pPr/>
            <a:r>
              <a:t>.ai-type h3 {</a:t>
            </a:r>
          </a:p>
          <a:p>
            <a:pPr/>
            <a:r>
              <a:t>font-size: 16px;</a:t>
            </a:r>
          </a:p>
          <a:p>
            <a:pPr/>
            <a:r>
              <a:t>font-weight: 700;</a:t>
            </a:r>
          </a:p>
          <a:p>
            <a:pPr/>
            <a:r>
              <a:t>color: #1a1a2e;</a:t>
            </a:r>
          </a:p>
          <a:p>
            <a:pPr/>
            <a:r>
              <a:t>margin-bottom: 5px;</a:t>
            </a:r>
          </a:p>
          <a:p>
            <a:pPr/>
            <a:r>
              <a:t>}</a:t>
            </a:r>
          </a:p>
          <a:p>
            <a:pPr/>
            <a:r>
              <a:t>.ai-type p {</a:t>
            </a:r>
          </a:p>
          <a:p>
            <a:pPr/>
            <a:r>
              <a:t>font-size: 13px;</a:t>
            </a:r>
          </a:p>
          <a:p>
            <a:pPr/>
            <a:r>
              <a:t>color: #666;</a:t>
            </a:r>
          </a:p>
          <a:p>
            <a:pPr/>
            <a:r>
              <a:t>line-height: 1.6;</a:t>
            </a:r>
          </a:p>
          <a:p>
            <a:pPr/>
            <a:r>
              <a:t>}</a:t>
            </a:r>
          </a:p>
          <a:p>
            <a:pPr/>
            <a:r>
              <a:t>.ai-badge {</a:t>
            </a:r>
          </a:p>
          <a:p>
            <a:pPr/>
            <a:r>
              <a:t>display: inline-block;</a:t>
            </a:r>
          </a:p>
          <a:p>
            <a:pPr/>
            <a:r>
              <a:t>font-size: 10px;</a:t>
            </a:r>
          </a:p>
          <a:p>
            <a:pPr/>
            <a:r>
              <a:t>padding: 3px 10px;</a:t>
            </a:r>
          </a:p>
          <a:p>
            <a:pPr/>
            <a:r>
              <a:t>border-radius: 20px;</a:t>
            </a:r>
          </a:p>
          <a:p>
            <a:pPr/>
            <a:r>
              <a:t>font-weight: 700;</a:t>
            </a:r>
          </a:p>
          <a:p>
            <a:pPr/>
            <a:r>
              <a:t>margin-bottom: 6px;</a:t>
            </a:r>
          </a:p>
          <a:p>
            <a:pPr/>
            <a:r>
              <a:t>letter-spacing: 1px;</a:t>
            </a:r>
          </a:p>
          <a:p>
            <a:pPr/>
            <a:r>
              <a:t>}</a:t>
            </a:r>
          </a:p>
          <a:p>
            <a:pPr/>
            <a:r>
              <a:t>.badge-blue { background: #e3f2fd; color: #0d47a1; }</a:t>
            </a:r>
          </a:p>
          <a:p>
            <a:pPr/>
            <a:r>
              <a:t>.badge-purple { background: #ede7f6; color: #6a1b9a; }</a:t>
            </a:r>
          </a:p>
          <a:p>
            <a:pPr/>
            <a:r>
              <a:t>.badge-green { background: #e8f5e9; color: #2e7d32; }</a:t>
            </a:r>
          </a:p>
          <a:p>
            <a:pPr/>
            <a:r>
              <a:t>/* Application cards */</a:t>
            </a:r>
          </a:p>
          <a:p>
            <a:pPr/>
            <a:r>
              <a:t>.app-card {</a:t>
            </a:r>
          </a:p>
          <a:p>
            <a:pPr/>
            <a:r>
              <a:t>display: flex;</a:t>
            </a:r>
          </a:p>
          <a:p>
            <a:pPr/>
            <a:r>
              <a:t>align-items: center;</a:t>
            </a:r>
          </a:p>
          <a:p>
            <a:pPr/>
            <a:r>
              <a:t>gap: 16px;</a:t>
            </a:r>
          </a:p>
          <a:p>
            <a:pPr/>
            <a:r>
              <a:t>padding: 16px 20px;</a:t>
            </a:r>
          </a:p>
          <a:p>
            <a:pPr/>
            <a:r>
              <a:t>background: rgba(255,255,255,0.06);</a:t>
            </a:r>
          </a:p>
          <a:p>
            <a:pPr/>
            <a:r>
              <a:t>border-radius: 12px;</a:t>
            </a:r>
          </a:p>
          <a:p>
            <a:pPr/>
            <a:r>
              <a:t>margin-bottom: 14px;</a:t>
            </a:r>
          </a:p>
          <a:p>
            <a:pPr/>
            <a:r>
              <a:t>border: 1px solid rgba(255,255,255,0.1);</a:t>
            </a:r>
          </a:p>
          <a:p>
            <a:pPr/>
            <a:r>
              <a:t>}</a:t>
            </a:r>
          </a:p>
          <a:p>
            <a:pPr/>
            <a:r>
              <a:t>.app-card-icon {</a:t>
            </a:r>
          </a:p>
          <a:p>
            <a:pPr/>
            <a:r>
              <a:t>font-size: 30px;</a:t>
            </a:r>
          </a:p>
          <a:p>
            <a:pPr/>
            <a:r>
              <a:t>flex-shrink: 0;</a:t>
            </a:r>
          </a:p>
          <a:p>
            <a:pPr/>
            <a:r>
              <a:t>}</a:t>
            </a:r>
          </a:p>
          <a:p>
            <a:pPr/>
            <a:r>
              <a:t>.app-card h4 {</a:t>
            </a:r>
          </a:p>
          <a:p>
            <a:pPr/>
            <a:r>
              <a:t>font-size: 14px;</a:t>
            </a:r>
          </a:p>
          <a:p>
            <a:pPr/>
            <a:r>
              <a:t>font-weight: 700;</a:t>
            </a:r>
          </a:p>
          <a:p>
            <a:pPr/>
            <a:r>
              <a:t>color: #fff;</a:t>
            </a:r>
          </a:p>
          <a:p>
            <a:pPr/>
            <a:r>
              <a:t>margin-bottom: 3px;</a:t>
            </a:r>
          </a:p>
          <a:p>
            <a:pPr/>
            <a:r>
              <a:t>}</a:t>
            </a:r>
          </a:p>
          <a:p>
            <a:pPr/>
            <a:r>
              <a:t>.app-card p {</a:t>
            </a:r>
          </a:p>
          <a:p>
            <a:pPr/>
            <a:r>
              <a:t>font-size: 12px;</a:t>
            </a:r>
          </a:p>
          <a:p>
            <a:pPr/>
            <a:r>
              <a:t>color: rgba(255,255,255,0.6);</a:t>
            </a:r>
          </a:p>
          <a:p>
            <a:pPr/>
            <a:r>
              <a:t>}</a:t>
            </a:r>
          </a:p>
          <a:p>
            <a:pPr/>
            <a:r>
              <a:t>/* Progress bars */</a:t>
            </a:r>
          </a:p>
          <a:p>
            <a:pPr/>
            <a:r>
              <a:t>.progress-item {</a:t>
            </a:r>
          </a:p>
          <a:p>
            <a:pPr/>
            <a:r>
              <a:t>margin-bottom: 20px;</a:t>
            </a:r>
          </a:p>
          <a:p>
            <a:pPr/>
            <a:r>
              <a:t>}</a:t>
            </a:r>
          </a:p>
          <a:p>
            <a:pPr/>
            <a:r>
              <a:t>.progress-label {</a:t>
            </a:r>
          </a:p>
          <a:p>
            <a:pPr/>
            <a:r>
              <a:t>display: flex;</a:t>
            </a:r>
          </a:p>
          <a:p>
            <a:pPr/>
            <a:r>
              <a:t>justify-content: space-between;</a:t>
            </a:r>
          </a:p>
          <a:p>
            <a:pPr/>
            <a:r>
              <a:t>font-size: 13px;</a:t>
            </a:r>
          </a:p>
          <a:p>
            <a:pPr/>
            <a:r>
              <a:t>font-weight: 600;</a:t>
            </a:r>
          </a:p>
          <a:p>
            <a:pPr/>
            <a:r>
              <a:t>color: #1a1a2e;</a:t>
            </a:r>
          </a:p>
          <a:p>
            <a:pPr/>
            <a:r>
              <a:t>margin-bottom: 6px;</a:t>
            </a:r>
          </a:p>
          <a:p>
            <a:pPr/>
            <a:r>
              <a:t>}</a:t>
            </a:r>
          </a:p>
          <a:p>
            <a:pPr/>
            <a:r>
              <a:t>.progress-bar {</a:t>
            </a:r>
          </a:p>
          <a:p>
            <a:pPr/>
            <a:r>
              <a:t>height: 10px;</a:t>
            </a:r>
          </a:p>
          <a:p>
            <a:pPr/>
            <a:r>
              <a:t>background: #e8edf5;</a:t>
            </a:r>
          </a:p>
          <a:p>
            <a:pPr/>
            <a:r>
              <a:t>border-radius: 10px;</a:t>
            </a:r>
          </a:p>
          <a:p>
            <a:pPr/>
            <a:r>
              <a:t>overflow: hidden;</a:t>
            </a:r>
          </a:p>
          <a:p>
            <a:pPr/>
            <a:r>
              <a:t>}</a:t>
            </a:r>
          </a:p>
          <a:p>
            <a:pPr/>
            <a:r>
              <a:t>.progress-fill {</a:t>
            </a:r>
          </a:p>
          <a:p>
            <a:pPr/>
            <a:r>
              <a:t>height: 100%;</a:t>
            </a:r>
          </a:p>
          <a:p>
            <a:pPr/>
            <a:r>
              <a:t>border-radius: 10px;</a:t>
            </a:r>
          </a:p>
          <a:p>
            <a:pPr/>
            <a:r>
              <a:t>background: linear-gradient(90deg, #0d47a1, #00c8ff);</a:t>
            </a:r>
          </a:p>
          <a:p>
            <a:pPr/>
            <a:r>
              <a:t>}</a:t>
            </a:r>
          </a:p>
          <a:p>
            <a:pPr/>
            <a:r>
              <a:t>/* Quote block */</a:t>
            </a:r>
          </a:p>
          <a:p>
            <a:pPr/>
            <a:r>
              <a:t>.quote-block {</a:t>
            </a:r>
          </a:p>
          <a:p>
            <a:pPr/>
            <a:r>
              <a:t>background: linear-gradient(135deg, #0d47a1, #7b2ff7);</a:t>
            </a:r>
          </a:p>
          <a:p>
            <a:pPr/>
            <a:r>
              <a:t>border-radius: 16px;</a:t>
            </a:r>
          </a:p>
          <a:p>
            <a:pPr/>
            <a:r>
              <a:t>padding: 36px 40px;</a:t>
            </a:r>
          </a:p>
          <a:p>
            <a:pPr/>
            <a:r>
              <a:t>text-align: center;</a:t>
            </a:r>
          </a:p>
          <a:p>
            <a:pPr/>
            <a:r>
              <a:t>margin: 30px 0;</a:t>
            </a:r>
          </a:p>
          <a:p>
            <a:pPr/>
            <a:r>
              <a:t>color: white;</a:t>
            </a:r>
          </a:p>
          <a:p>
            <a:pPr/>
            <a:r>
              <a:t>}</a:t>
            </a:r>
          </a:p>
          <a:p>
            <a:pPr/>
            <a:r>
              <a:t>.quote-block .quote-icon {</a:t>
            </a:r>
          </a:p>
          <a:p>
            <a:pPr/>
            <a:r>
              <a:t>font-size: 40px;</a:t>
            </a:r>
          </a:p>
          <a:p>
            <a:pPr/>
            <a:r>
              <a:t>margin-bottom: 16px;</a:t>
            </a:r>
          </a:p>
          <a:p>
            <a:pPr/>
            <a:r>
              <a:t>}</a:t>
            </a:r>
          </a:p>
          <a:p>
            <a:pPr/>
            <a:r>
              <a:t>.quote-block p {</a:t>
            </a:r>
          </a:p>
          <a:p>
            <a:pPr/>
            <a:r>
              <a:t>font-size: 20px;</a:t>
            </a:r>
          </a:p>
          <a:p>
            <a:pPr/>
            <a:r>
              <a:t>font-style: italic;</a:t>
            </a:r>
          </a:p>
          <a:p>
            <a:pPr/>
            <a:r>
              <a:t>line-height: 1.7;</a:t>
            </a:r>
          </a:p>
          <a:p>
            <a:pPr/>
            <a:r>
              <a:t>margin-bottom: 16px;</a:t>
            </a:r>
          </a:p>
          <a:p>
            <a:pPr/>
            <a:r>
              <a:t>opacity: 0.95;</a:t>
            </a:r>
          </a:p>
          <a:p>
            <a:pPr/>
            <a:r>
              <a:t>}</a:t>
            </a:r>
          </a:p>
          <a:p>
            <a:pPr/>
            <a:r>
              <a:t>.quote-author {</a:t>
            </a:r>
          </a:p>
          <a:p>
            <a:pPr/>
            <a:r>
              <a:t>font-size: 13px;</a:t>
            </a:r>
          </a:p>
          <a:p>
            <a:pPr/>
            <a:r>
              <a:t>opacity: 0.7;</a:t>
            </a:r>
          </a:p>
          <a:p>
            <a:pPr/>
            <a:r>
              <a:t>letter-spacing: 1px;</a:t>
            </a:r>
          </a:p>
          <a:p>
            <a:pPr/>
            <a:r>
              <a:t>}</a:t>
            </a:r>
          </a:p>
          <a:p>
            <a:pPr/>
            <a:r>
              <a:t>/* Ethics table */</a:t>
            </a:r>
          </a:p>
          <a:p>
            <a:pPr/>
            <a:r>
              <a:t>.ethics-table {</a:t>
            </a:r>
          </a:p>
          <a:p>
            <a:pPr/>
            <a:r>
              <a:t>width: 100%;</a:t>
            </a:r>
          </a:p>
          <a:p>
            <a:pPr/>
            <a:r>
              <a:t>border-collapse: collapse;</a:t>
            </a:r>
          </a:p>
          <a:p>
            <a:pPr/>
            <a:r>
              <a:t>margin-top: 10px;</a:t>
            </a:r>
          </a:p>
          <a:p>
            <a:pPr/>
            <a:r>
              <a:t>}</a:t>
            </a:r>
          </a:p>
          <a:p>
            <a:pPr/>
            <a:r>
              <a:t>.ethics-table th {</a:t>
            </a:r>
          </a:p>
          <a:p>
            <a:pPr/>
            <a:r>
              <a:t>background: #0d47a1;</a:t>
            </a:r>
          </a:p>
          <a:p>
            <a:pPr/>
            <a:r>
              <a:t>color: white;</a:t>
            </a:r>
          </a:p>
          <a:p>
            <a:pPr/>
            <a:r>
              <a:t>padding: 12px 16px;</a:t>
            </a:r>
          </a:p>
          <a:p>
            <a:pPr/>
            <a:r>
              <a:t>font-size: 13px;</a:t>
            </a:r>
          </a:p>
          <a:p>
            <a:pPr/>
            <a:r>
              <a:t>text-align: left;</a:t>
            </a:r>
          </a:p>
          <a:p>
            <a:pPr/>
            <a:r>
              <a:t>letter-spacing: 1px;</a:t>
            </a:r>
          </a:p>
          <a:p>
            <a:pPr/>
            <a:r>
              <a:t>}</a:t>
            </a:r>
          </a:p>
          <a:p>
            <a:pPr/>
            <a:r>
              <a:t>.ethics-table td {</a:t>
            </a:r>
          </a:p>
          <a:p>
            <a:pPr/>
            <a:r>
              <a:t>padding: 12px 16px;</a:t>
            </a:r>
          </a:p>
          <a:p>
            <a:pPr/>
            <a:r>
              <a:t>font-size: 13px;</a:t>
            </a:r>
          </a:p>
          <a:p>
            <a:pPr/>
            <a:r>
              <a:t>color: #444;</a:t>
            </a:r>
          </a:p>
          <a:p>
            <a:pPr/>
            <a:r>
              <a:t>border-bottom: 1px solid #e8edf5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