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Image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**Slide 1 of 5** — LinkedIn-style carousel post by **@maaztechnologies**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**Zero Trust · Network Access**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&gt; **"Your network is trusting the wrong devices."**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**The Problem:** Most NAC (Network Access Control) setups grant access based on **port alone** — which isn't truly secure.</a:t>
            </a:r>
          </a:p>
          <a:p>
            <a:pPr/>
            <a:r>
              <a:t>**The Promise:** The carousel will show what *actually* secure access looks like.</a:t>
            </a:r>
          </a:p>
          <a:p>
            <a:pPr/>
            <a:r>
              <a:t>**The Solution Teased:** **Cisco ISE** (Identity Services Engine) — *"Swipe to see how Cisco ISE fixes this →"*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Dark navy/black background with subtle grid pattern</a:t>
            </a:r>
          </a:p>
          <a:p>
            <a:pPr/>
            <a:r>
              <a:t>Bright **green accent color** (highlighting "wrong devices")</a:t>
            </a:r>
          </a:p>
          <a:p>
            <a:pPr/>
            <a:r>
              <a:t>Clean, modern tech aesthetic — typical of cybersecurity thought-leadership content</a:t>
            </a:r>
          </a:p>
          <a:p>
            <a:pPr/>
            <a:r>
              <a:t>---</a:t>
            </a:r>
          </a:p>
          <a:p>
            <a:pPr/>
            <a:r>
              <a:t>💡 **Want me to help with this?** I can:</a:t>
            </a:r>
          </a:p>
          <a:p>
            <a:pPr/>
            <a:r>
              <a:t>Generate the **remaining 4 slides** of this carousel</a:t>
            </a:r>
          </a:p>
          <a:p>
            <a:pPr/>
            <a:r>
              <a:t>Recreate this slide as an **SVG graphic**</a:t>
            </a:r>
          </a:p>
          <a:p>
            <a:pPr/>
            <a:r>
              <a:t>Write a **full post caption** to accompany it</a:t>
            </a:r>
          </a:p>
          <a:p>
            <a:pPr/>
            <a:r>
              <a:t>Just let me know!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